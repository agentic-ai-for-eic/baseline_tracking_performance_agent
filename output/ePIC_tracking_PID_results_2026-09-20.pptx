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ePIC craterlake: tracking performance &amp; ML particle ID</a:t>
            </a:r>
          </a:p>
          <a:p>
            <a:pPr>
              <a:defRPr sz="1700">
                <a:solidFill>
                  <a:srgbClr val="404040"/>
                </a:solidFill>
              </a:defRPr>
            </a:pPr>
            <a:r>
              <a:t>Clean vs beam-background comparison  ·  DIS NC 10x100  ·  20 Sep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1127455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Baseline tracking-performance agent: geometric acceptance, momentum resolution, track-finding efficiency, fake rate — plus reconstruction PID confusion and a new ML PID pipeline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Every metric on BOTH dataset types (clean Type 1, +background Type 2) + per-bin ratio/difference comparison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Truth: MCParticles (GEANT)  ·  Reco: CentralCKFTracks, matched at weight &gt;= 0.5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Status: tracking complete (150 clean + 200 bkg files, all 5 comparisons)  ·  ML PID trained at grid scale, working points preliminary</a:t>
            </a:r>
          </a:p>
          <a:p>
            <a:pPr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Part 2 of this deck: how a newcomer continues this work with the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Datasets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74550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254910"/>
                <a:gridCol w="2254910"/>
                <a:gridCol w="2254910"/>
                <a:gridCol w="2254910"/>
              </a:tblGrid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Campaign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Files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Events/file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Used here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Type 1 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26.02.0, minQ2=1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4,609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1,083 (~5.0M)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150 files (~162k ev)</a:t>
                      </a:r>
                    </a:p>
                  </a:txBody>
                  <a:tcPr/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Type 2 +bkg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26.07.1, minQ2=1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1,463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~99 (~145k)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200 files (~20k ev)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Type 2 spare tiers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26.07.1, minQ2=10/100/1000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902/547/551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~99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staged, not yet run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862072"/>
            <a:ext cx="11274552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Type 2 is the statistics bottleneck: ~11x fewer events/file than Type 1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Endpoints: JLab dtn-eic (clean)  ·  hpceph-xrootd.twgrid.org (bkg, flaky: Operation expired -&gt; per-file read cache + failure budget)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Different campaigns (26.02.0 vs 26.07.1): differences isolate background only insofar as geometry/reco match — acceptance is the cross-check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How each number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1127455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Matched pairs: CentralCKFTrackAssociations, valid at weight &gt;= 0.5 (trkperf/matching.py single choke point)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Binned in truth pT (log) x truth eta (0.5 bins) x species (e, pi, K, p); &gt;= 50 entries/bin or flagged insufficient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Acceptance: &gt;= 4 of 7 central truth-hit collections fire (collection-level layer proxy)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Resolution: sigma of ROOT Gaussian core fit to (pT_reco - pT_truth)/pT_truth, bounded to physical [0,1]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Efficiency: absolute (matched/generated) + within-acceptance, Wilson intervals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Fake rate: unmatched reco tracks / all reco tracks, binned in the track's own (pT, eta)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Reco momentum comes from CentralCKFTrackParameters (qOverP, theta, phi) — CentralCKFTracks.momentum is all zeros in these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Acceptance: central tracking covers hadrons, not backward electrons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57607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pi+ central (pT ~1.1 GeV, eta 0.25): 0.697 clean vs 0.740 bkg — agree within statistics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Backward e- (eta -2.75): ~0.00 in BOTH tags — outside the central tracker by geometry, not a background effect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706 bins compared clean-vs-bkg; bkg side 606 bins, 390 flagged (&lt; 50 entries)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Acceptance is background-independent by construction -&gt; agreement validates the cross-campaign comparison</a:t>
            </a:r>
          </a:p>
        </p:txBody>
      </p:sp>
      <p:pic>
        <p:nvPicPr>
          <p:cNvPr id="4" name="Picture 3" descr="acceptance_clean_vs_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5333695" cy="38097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Resolution ~2% core; efficiency ~0.97 within acceptance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57607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Gaussian core sigma (converged fits): median 0.019 (e-) / 0.016 (pi+) — chi2/ndf of order 1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pi+ central: absolute eff 0.96 clean vs 0.95 bkg; within-acceptance 0.97 vs 0.97 — no visible degradation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666 resolution + 706 efficiency bins compared; under-fed bkg bins flagged, never silently filled</a:t>
            </a:r>
          </a:p>
        </p:txBody>
      </p:sp>
      <p:pic>
        <p:nvPicPr>
          <p:cNvPr id="4" name="Picture 3" descr="resolution_clean_sigma_vs_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5333695" cy="38097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Fake rate: the one tracking metric background explodes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57607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Low pT (~0.15 GeV): clean 0.000 vs +background 0.47-0.96 across eta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Combinatorial fakes from the background overlay dominate soft tracks; 118 bins compared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Never measured on single-particle gun (zero fakes by construction)</a:t>
            </a:r>
          </a:p>
        </p:txBody>
      </p:sp>
      <p:pic>
        <p:nvPicPr>
          <p:cNvPr id="4" name="Picture 3" descr="fake-rate_clean_vs_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2575407" cy="1839576"/>
          </a:xfrm>
          <a:prstGeom prst="rect">
            <a:avLst/>
          </a:prstGeom>
        </p:spPr>
      </p:pic>
      <p:pic>
        <p:nvPicPr>
          <p:cNvPr id="5" name="Picture 4" descr="fake-rate_bkg_mixed_vs_pt_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527" y="1417320"/>
            <a:ext cx="2575407" cy="18395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Reconstruction PID confusion: the baseline ML must beat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1127455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Mass-hypothesis PID from the reconstructor: for each truth species, fraction assigned each reco species, per (pT, eta)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4,138 bins compared clean-vs-bkg — the reference point for the ML confusion matrices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Pre-computed ParticleID likelihoods are unusable (null track relations in both campaigns) -&gt; ML uses detector response directly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ML PID pipeline: leg-scoped tasks, 3 learners, hard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57607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Tasks: eid + ehad (headline, backward leg)  ·  Kpi/pK (exploratory)  ·  pooled 4-class (cross-check)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Inputs: E/p, cluster E/shapes from hits, dRICH path lengths, chi2/ndf, DeltaR-matched projections — never kinematics, charge, truth, or producer PID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LightGBM / XGBoost / sklearn-HGB, grouped-by-file CV, seeded; 258 unit tests green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Gates (non-zero exit): train-test gap, label-shuffle control, E/p-attribution, leakage tripwire (&gt; 0.95 halts)</a:t>
            </a:r>
          </a:p>
        </p:txBody>
      </p:sp>
      <p:pic>
        <p:nvPicPr>
          <p:cNvPr id="4" name="Picture 3" descr="pid-eid_lightgbm_clean-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5333695" cy="23323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PRELIMINARY: electron ID at grid scale</a:t>
            </a:r>
          </a:p>
          <a:p>
            <a:pPr>
              <a:defRPr sz="1700">
                <a:solidFill>
                  <a:srgbClr val="404040"/>
                </a:solidFill>
              </a:defRPr>
            </a:pPr>
            <a:r>
              <a:t>Test AUC per learner; held-out, file-grouped splits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7455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Clean LGBM/XGB/HGB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Bkg LGBM/XGB/HGB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eid (e/pi)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0.9978 / 0.9978 / 0.9979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0.9943 / 0.9947 / 0.9937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ehad (e/had)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0.9978 / 0.9978 / 0.9979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0.9950 / 0.9950 / 0.9951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hadpid (expl.)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0.690 / 0.696 / 0.690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—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pooled (x-check)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0.866 / 0.869 / 0.867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/>
                        <a:t>—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54679"/>
            <a:ext cx="11274552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eid clean: n-sigma 4.03; eff 96.9% @ 1% fake, 94.7% @ 0.1% fake (38k e / 2k pi held out)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eid +bkg: n-sigma 3.58; eff 89.4% @ ~1% fake — modest degradation, wider stats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Cross-learner agreement PASS everywhere (spreads &lt;= 0.006)</a:t>
            </a:r>
          </a:p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t>PRELIMINARY: physics attribution gate FAILs at scale (raw ECAL energy outranks E/p) — under adjudication, do not quote as final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Working points: max-significance cuts, fully manifested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57607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Cut c* maximises FOM = S/sqrt(S+B) globally + per pT bin; degenerate optima labelled, never presented as working points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Zero-background tails quote Clopper-Pearson lower limits, never 1/0 rejection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13 figures per channel: FOM curves, c*(pT), eff/fake/purity maps, rejection vs p, n-sigma vs p, overtraining check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Manifests complete: 104/104 clean + 26/26 bkg; eid/ehad clean-vs-bkg comparisons written</a:t>
            </a:r>
          </a:p>
        </p:txBody>
      </p:sp>
      <p:pic>
        <p:nvPicPr>
          <p:cNvPr id="4" name="Picture 3" descr="pid-eid_significance_vs_cut_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5333695" cy="50712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Caveats you should hear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1127455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C00000"/>
                </a:solidFill>
              </a:defRPr>
            </a:pPr>
            <a:r>
              <a:t>ML PID working points are preliminary until the E/p-attribution FAIL is adjudicated (shortcut learning vs over-strict gate)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Hadron channels are exploratory baselines (K/pi AUC ~0.57-0.70, calorimeter-only) — full pi/K/p needs Cherenkov/timing links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Type 1 vs Type 2 are different campaigns: acceptance agreement supports, but cannot prove, a pure-background interpretation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Bkg statistics ceiling ~1e-3 fake rate without minQ2 10/100/1000 escalation; 545/606 efficiency bins flagged on the bkg side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Conclusions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1127455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Tracking is robust to background except soft-track fakes: acceptance/efficiency/resolution agree; low-pT fake rate 0 -&gt; ~0.5-0.95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Electron ID looks excellent (AUC ~0.998 clean / ~0.995 bkg) but stays preliminary pending the attribution decision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Next: (1) adjudicate E/p vs raw-energy ranking; (2) decide Type-2 statistics escalation (1,263 files + higher minQ2 staged); (3) hadron-ID Cherenkov/timing routes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Everything reproducible: trkperf + pid packages, 258 + 41 tests, JSON/MD/ROOT outputs with full provenance in output/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4E79"/>
                </a:solidFill>
              </a:defRPr>
            </a:pPr>
            <a:r>
              <a:t>Part 2 — continuing the work with the AI agent</a:t>
            </a:r>
          </a:p>
          <a:p>
            <a:pPr algn="ctr">
              <a:defRPr sz="2000">
                <a:solidFill>
                  <a:srgbClr val="404040"/>
                </a:solidFill>
              </a:defRPr>
            </a:pPr>
            <a:r>
              <a:t>Onboarding: environment, skills, commands, and rules of the road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Agent setup: open the project, read the 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1127455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Work inside eic-shell; start data services with eic-mcp up (uproot/xrootd/rucio on 127.0.0.1:9101-9103)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Launch the agent with baseline_tracking_performance_agent/ itself as the working root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Read first: AGENTS.md (rules), PLAN.md (tracking as-built), PLAN_pid.md (PID as-built + open items in section 12)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Skills load automatically per task — 8 total: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tracking: acceptance, momentum-resolution, track-efficiency, fake-rate, pid-confusion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grid procedure: trkperf-grid-workflow  ·  ML PID: pid-ml, pid-performance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Reference pair for fast iteration (no network): data/dataset_small/ (clean signal + signal_BKG_mix)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Tracking workflow through the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1127455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Ask for a metric skill-first (e.g. 'run acceptance'): it discovers files via rucio/xrootd, never from a hardcoded list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Clean: python -m trkperf &lt;metric&gt; --file-list filelists/clean_150.txt --dataset-tag clean --min-q2-tier 1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Background: add --max-file-failures 5-20 --cache-dir cache/bkg_files (flaky endpoint: retries once, skips, records)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Compare: python -m trkperf compare --metric &lt;m&gt; --clean ... --bkg ... (or scripts/run_comparisons.sh)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Long bkg runs: scripts/launch_bkg.sh (detached setsid+nohup) — sessions die with the container, the cache makes relaunches cheap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Escalation order for thin bins: more files in tier, then minQ2 10 -&gt; 100 -&gt; 1000 (Type 2 only)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Outputs land in output/&lt;metric&gt;_&lt;tag&gt;.{json,md,root} + plots, with full provenance meta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ML PID workflow through the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1127455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Smoke first (seconds, local pair): python -m pid all --relax-gates; full suite: python -m unittest discover -s pid/tests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Steps: python -m pid {schema-check|features|train|evaluate|importance|performance|compare} --dataset-tag &lt;tag&gt; ...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Grid: pid/scripts/run_pid.sh &lt;clean|bkg_mixed&gt; &lt;filelist&gt; &lt;max-failures&gt; (trains all 3 learners, ends with check_learners.py agreement gate)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Working points: pid performance (13-figure manifest + figure_notes); comparison: pid compare (e.g. compare all for eid+ehad)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Monitor: scripts/job_report.sh (read-only status of both grid jobs); process, stage, gates, tracebacks, manifests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Status legend: headline (eid/ehad) vs exploratory (Kpi/pK) vs cross-check (pooled) — exploratory plots carry .note sidecars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Rules of the road (what the agent enforces)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1127455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Extend trkperf/ / pid/ — never bespoke one-off I/O; pid/ imports trkperf for all ROOT access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Never install software; classifiers come from ~/.eic_python_pkgs via PYTHONPATH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Gates are hard exits: fix the cause, or record an explicit adjudication — never sail past, never silently swallow exceptions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Flaky endpoint != broken: timed-out MCP call -&gt; wait, retry once, then report tool + arguments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Never quote thin bins: &gt;= 50 entries or flagged insufficient_stats; never reuse a stale cached result as fresh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Commit all except *.pyc and giant pickles (the 460 MB feature tables stay out of git); verify with tests + ruff before pushing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First tasks for a newcomer: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000000"/>
                </a:solidFill>
              </a:defRPr>
            </a:pPr>
            <a:r>
              <a:t>run both test suites -&gt; rerun the smoke (pid all) -&gt; read a manifest + one comparison JSON -&gt; pick an item from PLAN_pid.md section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